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notesMasterIdLst>
    <p:notesMasterId r:id="rId12"/>
  </p:notesMasterIdLst>
  <p:sldIdLst>
    <p:sldId id="2561" r:id="rId5"/>
    <p:sldId id="2562" r:id="rId6"/>
    <p:sldId id="2563" r:id="rId7"/>
    <p:sldId id="2564" r:id="rId8"/>
    <p:sldId id="2565" r:id="rId9"/>
    <p:sldId id="2566" r:id="rId10"/>
    <p:sldId id="2567" r:id="rId11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 ao Conceito de Direito" id="{4E5F3E16-9803-47F8-AD1C-37318B6985FB}">
          <p14:sldIdLst>
            <p14:sldId id="2561"/>
          </p14:sldIdLst>
        </p14:section>
        <p14:section name="Introdução ao Estudo do Direito" id="{E710C964-0B0B-44F5-B187-64AF32193F78}">
          <p14:sldIdLst>
            <p14:sldId id="2562"/>
            <p14:sldId id="2563"/>
            <p14:sldId id="2564"/>
            <p14:sldId id="2565"/>
            <p14:sldId id="2566"/>
            <p14:sldId id="25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" userId="S::v-felizabeth@microsoft.com::ba5aea11-28e4-484d-8e49-c15efb1bd2e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29606F-65FE-4969-A7CE-F134F856A95D}" v="11" dt="2026-01-14T23:10:16.820"/>
    <p1510:client id="{F82600BF-F8FD-B59B-699E-B5ECCE402723}" v="85" dt="2026-01-14T23:23:16.809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60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348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1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C6FA5EA-0E1E-4764-B5B7-A47DCC3A898E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8C6B470-179D-4B95-8906-D61C195EFD6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552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</a:t>
            </a:r>
            <a:r>
              <a:rPr lang="en-US" err="1"/>
              <a:t>Hoje</a:t>
            </a:r>
            <a:r>
              <a:rPr lang="en-US"/>
              <a:t> </a:t>
            </a:r>
            <a:r>
              <a:rPr lang="en-US" err="1"/>
              <a:t>vamos</a:t>
            </a:r>
            <a:r>
              <a:rPr lang="en-US"/>
              <a:t> responder a uma pergunta fundamental: o que é o Direito e por que ele é indispensável à vida em sociedade?”</a:t>
            </a:r>
            <a:endParaRPr lang="pt-BR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8C6B470-179D-4B95-8906-D61C195EFD6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68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Explicar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nenhuma</a:t>
            </a:r>
            <a:r>
              <a:rPr lang="en-US" dirty="0"/>
              <a:t> </a:t>
            </a:r>
            <a:r>
              <a:rPr lang="en-US" dirty="0" err="1"/>
              <a:t>sociedade</a:t>
            </a:r>
            <a:r>
              <a:rPr lang="en-US" dirty="0"/>
              <a:t> </a:t>
            </a:r>
            <a:r>
              <a:rPr lang="en-US" dirty="0" err="1"/>
              <a:t>funciona</a:t>
            </a:r>
            <a:r>
              <a:rPr lang="en-US" dirty="0"/>
              <a:t> sem normas, usando exemplos cotidianos (fila, trânsito, contratos simples).</a:t>
            </a:r>
            <a:endParaRPr lang="pt-BR" dirty="0"/>
          </a:p>
          <a:p>
            <a:r>
              <a:rPr lang="en-US" b="1" dirty="0" err="1"/>
              <a:t>Interação</a:t>
            </a:r>
            <a:r>
              <a:rPr lang="en-US" b="1" dirty="0"/>
              <a:t> </a:t>
            </a:r>
            <a:r>
              <a:rPr lang="en-US" b="1" dirty="0" err="1"/>
              <a:t>rápida</a:t>
            </a:r>
            <a:r>
              <a:rPr lang="en-US" b="1" dirty="0"/>
              <a:t>- </a:t>
            </a:r>
            <a:r>
              <a:rPr lang="en-US" b="1" dirty="0" err="1"/>
              <a:t>Pergunta</a:t>
            </a:r>
            <a:r>
              <a:rPr lang="en-US" b="1" dirty="0"/>
              <a:t> à </a:t>
            </a:r>
            <a:r>
              <a:rPr lang="en-US" b="1" dirty="0" err="1"/>
              <a:t>turma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“O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acontece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existem</a:t>
            </a:r>
            <a:r>
              <a:rPr lang="en-US" dirty="0"/>
              <a:t> </a:t>
            </a:r>
            <a:r>
              <a:rPr lang="en-US" dirty="0" err="1"/>
              <a:t>regras</a:t>
            </a:r>
            <a:r>
              <a:rPr lang="en-US" dirty="0"/>
              <a:t>?”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8C6B470-179D-4B95-8906-D61C195EFD6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318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Apresentar</a:t>
            </a:r>
            <a:r>
              <a:rPr lang="en-US" dirty="0"/>
              <a:t> o </a:t>
            </a:r>
            <a:r>
              <a:rPr lang="en-US" dirty="0" err="1"/>
              <a:t>conceito</a:t>
            </a:r>
            <a:r>
              <a:rPr lang="en-US" dirty="0"/>
              <a:t> de Direito de forma simples, reforçando que ele organiza comportamentos e relações sociais.</a:t>
            </a:r>
            <a:endParaRPr lang="pt-BR" dirty="0"/>
          </a:p>
          <a:p>
            <a:r>
              <a:rPr lang="en-US" b="1" dirty="0" err="1"/>
              <a:t>Exemplo</a:t>
            </a:r>
            <a:r>
              <a:rPr lang="en-US" b="1" dirty="0"/>
              <a:t> </a:t>
            </a:r>
            <a:r>
              <a:rPr lang="en-US" b="1" dirty="0" err="1"/>
              <a:t>prático</a:t>
            </a:r>
            <a:r>
              <a:rPr lang="en-US" b="1" dirty="0"/>
              <a:t>: </a:t>
            </a:r>
            <a:r>
              <a:rPr lang="en-US" b="1" dirty="0" err="1"/>
              <a:t>Regras</a:t>
            </a:r>
            <a:r>
              <a:rPr lang="en-US" b="1" dirty="0"/>
              <a:t> de </a:t>
            </a:r>
            <a:r>
              <a:rPr lang="en-US" b="1" dirty="0" err="1"/>
              <a:t>trânsito</a:t>
            </a:r>
            <a:r>
              <a:rPr lang="en-US" b="1" dirty="0"/>
              <a:t>, </a:t>
            </a:r>
            <a:r>
              <a:rPr lang="en-US" b="1" dirty="0" err="1"/>
              <a:t>contratos</a:t>
            </a:r>
            <a:r>
              <a:rPr lang="en-US" b="1" dirty="0"/>
              <a:t>, leis </a:t>
            </a:r>
            <a:r>
              <a:rPr lang="en-US" b="1" dirty="0" err="1"/>
              <a:t>penais</a:t>
            </a:r>
            <a:r>
              <a:rPr lang="en-US" b="1" dirty="0"/>
              <a:t>.</a:t>
            </a:r>
            <a:endParaRPr lang="en-US" b="1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8C6B470-179D-4B95-8906-D61C195EFD6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33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r>
              <a:rPr lang="en-US" dirty="0" err="1"/>
              <a:t>Explicar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o</a:t>
            </a:r>
            <a:r>
              <a:rPr lang="en-US" dirty="0"/>
              <a:t> Direito busca equilíbrio e previsibilidade nas relações humanas.</a:t>
            </a:r>
            <a:endParaRPr lang="pt-BR" dirty="0"/>
          </a:p>
          <a:p>
            <a:r>
              <a:rPr lang="en-US" b="1" dirty="0" err="1"/>
              <a:t>Conexão</a:t>
            </a:r>
            <a:r>
              <a:rPr lang="en-US" b="1" dirty="0"/>
              <a:t> com o </a:t>
            </a:r>
            <a:r>
              <a:rPr lang="en-US" b="1" dirty="0" err="1"/>
              <a:t>curso</a:t>
            </a:r>
            <a:r>
              <a:rPr lang="en-US" b="1" dirty="0"/>
              <a:t>: </a:t>
            </a:r>
            <a:r>
              <a:rPr lang="en-US" b="1" dirty="0" err="1"/>
              <a:t>Mostrar</a:t>
            </a:r>
            <a:r>
              <a:rPr lang="en-US" b="1" dirty="0"/>
              <a:t> </a:t>
            </a:r>
            <a:r>
              <a:rPr lang="en-US" b="1" dirty="0" err="1"/>
              <a:t>que</a:t>
            </a:r>
            <a:r>
              <a:rPr lang="en-US" b="1" dirty="0"/>
              <a:t> </a:t>
            </a:r>
            <a:r>
              <a:rPr lang="en-US" b="1" dirty="0" err="1"/>
              <a:t>todas</a:t>
            </a:r>
            <a:r>
              <a:rPr lang="en-US" b="1" dirty="0"/>
              <a:t> as </a:t>
            </a:r>
            <a:r>
              <a:rPr lang="en-US" b="1" dirty="0" err="1"/>
              <a:t>disciplinas</a:t>
            </a:r>
            <a:r>
              <a:rPr lang="en-US" b="1" dirty="0"/>
              <a:t> </a:t>
            </a:r>
            <a:r>
              <a:rPr lang="en-US" b="1" dirty="0" err="1"/>
              <a:t>jurídicas</a:t>
            </a:r>
            <a:r>
              <a:rPr lang="en-US" b="1" dirty="0"/>
              <a:t> partem dessa base.</a:t>
            </a:r>
            <a:endParaRPr lang="en-US" b="1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8C6B470-179D-4B95-8906-D61C195EFD6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251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r>
              <a:rPr lang="en-US" err="1"/>
              <a:t>Diferenciar</a:t>
            </a:r>
            <a:r>
              <a:rPr lang="en-US"/>
              <a:t> </a:t>
            </a:r>
            <a:r>
              <a:rPr lang="en-US" err="1"/>
              <a:t>Direito</a:t>
            </a:r>
            <a:r>
              <a:rPr lang="en-US"/>
              <a:t> e moral com exemplos simples (promessas, valores pessoais, leis).</a:t>
            </a:r>
            <a:endParaRPr lang="pt-BR"/>
          </a:p>
          <a:p>
            <a:r>
              <a:rPr lang="en-US" b="1" dirty="0" err="1"/>
              <a:t>Exemplo</a:t>
            </a:r>
            <a:r>
              <a:rPr lang="en-US" b="1" dirty="0"/>
              <a:t> </a:t>
            </a:r>
            <a:r>
              <a:rPr lang="en-US" b="1" dirty="0" err="1"/>
              <a:t>didático</a:t>
            </a:r>
            <a:r>
              <a:rPr lang="en-US" b="1" dirty="0"/>
              <a:t>: </a:t>
            </a:r>
            <a:r>
              <a:rPr lang="en-US" b="1" dirty="0" err="1"/>
              <a:t>Mentir</a:t>
            </a:r>
            <a:r>
              <a:rPr lang="en-US" b="1" dirty="0"/>
              <a:t> </a:t>
            </a:r>
            <a:r>
              <a:rPr lang="en-US" b="1" dirty="0" err="1"/>
              <a:t>pode</a:t>
            </a:r>
            <a:r>
              <a:rPr lang="en-US" b="1" dirty="0"/>
              <a:t> ser </a:t>
            </a:r>
            <a:r>
              <a:rPr lang="en-US" b="1" dirty="0" err="1"/>
              <a:t>imoral</a:t>
            </a:r>
            <a:r>
              <a:rPr lang="en-US" b="1" dirty="0"/>
              <a:t>, mas </a:t>
            </a:r>
            <a:r>
              <a:rPr lang="en-US" b="1" dirty="0" err="1"/>
              <a:t>nem</a:t>
            </a:r>
            <a:r>
              <a:rPr lang="en-US" b="1" dirty="0"/>
              <a:t> sempre é </a:t>
            </a:r>
            <a:r>
              <a:rPr lang="en-US" b="1" dirty="0" err="1"/>
              <a:t>ilícito</a:t>
            </a:r>
            <a:r>
              <a:rPr lang="en-US" b="1" dirty="0"/>
              <a:t>.</a:t>
            </a:r>
            <a:endParaRPr lang="en-US" b="1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8C6B470-179D-4B95-8906-D61C195EFD6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825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2–3 </a:t>
            </a:r>
            <a:r>
              <a:rPr lang="en-US" dirty="0" err="1"/>
              <a:t>alunos</a:t>
            </a:r>
            <a:r>
              <a:rPr lang="en-US" dirty="0"/>
              <a:t> </a:t>
            </a:r>
            <a:r>
              <a:rPr lang="en-US" dirty="0" err="1"/>
              <a:t>leem</a:t>
            </a:r>
            <a:r>
              <a:rPr lang="en-US" dirty="0"/>
              <a:t> </a:t>
            </a:r>
            <a:r>
              <a:rPr lang="en-US" dirty="0" err="1"/>
              <a:t>respostas</a:t>
            </a:r>
            <a:r>
              <a:rPr lang="en-US" dirty="0"/>
              <a:t> </a:t>
            </a:r>
            <a:r>
              <a:rPr lang="en-US" dirty="0" err="1"/>
              <a:t>voluntariamente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8C6B470-179D-4B95-8906-D61C195EFD6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86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r>
              <a:rPr lang="en-US"/>
              <a:t>“</a:t>
            </a:r>
            <a:r>
              <a:rPr lang="en-US" err="1"/>
              <a:t>Compreender</a:t>
            </a:r>
            <a:r>
              <a:rPr lang="en-US"/>
              <a:t> o </a:t>
            </a:r>
            <a:r>
              <a:rPr lang="en-US" err="1"/>
              <a:t>conceito</a:t>
            </a:r>
            <a:r>
              <a:rPr lang="en-US"/>
              <a:t> de Direito é o primeiro passo para compreender todo o sistema jurídico.”</a:t>
            </a:r>
            <a:endParaRPr lang="en-US" dirty="0"/>
          </a:p>
          <a:p>
            <a:r>
              <a:rPr lang="en-US" b="1" dirty="0" err="1"/>
              <a:t>Encaminhamento</a:t>
            </a:r>
            <a:r>
              <a:rPr lang="en-US" b="1" dirty="0"/>
              <a:t>:  </a:t>
            </a:r>
            <a:r>
              <a:rPr lang="en-US" b="1" dirty="0" err="1"/>
              <a:t>Anunciar</a:t>
            </a:r>
            <a:r>
              <a:rPr lang="en-US" b="1" dirty="0"/>
              <a:t> o </a:t>
            </a:r>
            <a:r>
              <a:rPr lang="en-US" b="1" dirty="0" err="1"/>
              <a:t>próximo</a:t>
            </a:r>
            <a:r>
              <a:rPr lang="en-US" b="1" dirty="0"/>
              <a:t> </a:t>
            </a:r>
            <a:r>
              <a:rPr lang="en-US" b="1" dirty="0" err="1"/>
              <a:t>conteúdo</a:t>
            </a:r>
            <a:r>
              <a:rPr lang="en-US" b="1" dirty="0"/>
              <a:t> da </a:t>
            </a:r>
            <a:r>
              <a:rPr lang="en-US" b="1" dirty="0" err="1"/>
              <a:t>disciplina</a:t>
            </a:r>
            <a:r>
              <a:rPr lang="en-US" b="1" dirty="0"/>
              <a:t>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8C6B470-179D-4B95-8906-D61C195EFD6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90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BAD28B-DD56-4B56-883A-96608C765E2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F5BAF5-ABAB-4575-8E56-D109A3D17F9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738AEC68-8734-EA5D-0CB2-9591B3A21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CDFFF1FC-CDE9-3B47-D073-3394D4D03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389120"/>
            <a:ext cx="9288096" cy="1435331"/>
          </a:xfrm>
        </p:spPr>
        <p:txBody>
          <a:bodyPr rtlCol="0" anchor="b" anchorCtr="0">
            <a:normAutofit/>
          </a:bodyPr>
          <a:lstStyle>
            <a:lvl1pPr marL="0" indent="0" algn="l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rtlCol="0" anchor="t">
            <a:noAutofit/>
          </a:bodyPr>
          <a:lstStyle>
            <a:lvl1pPr algn="l">
              <a:defRPr sz="6600"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57761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ítulo do Slide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BAD28B-DD56-4B56-883A-96608C765E2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F5BAF5-ABAB-4575-8E56-D109A3D17F9F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6DF8F99-9559-4D6A-CBFA-042739C38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576" y="5340096"/>
            <a:ext cx="9930384" cy="566928"/>
          </a:xfrm>
        </p:spPr>
        <p:txBody>
          <a:bodyPr rtlCol="0" anchor="b" anchorCtr="0">
            <a:normAutofit/>
          </a:bodyPr>
          <a:lstStyle>
            <a:lvl1pPr marL="0" indent="0" algn="r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" y="64008"/>
            <a:ext cx="12015216" cy="5120640"/>
          </a:xfrm>
        </p:spPr>
        <p:txBody>
          <a:bodyPr rtlCol="0" anchor="t">
            <a:noAutofit/>
          </a:bodyPr>
          <a:lstStyle>
            <a:lvl1pPr algn="l">
              <a:defRPr sz="11500"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090601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do Slide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BAD28B-DD56-4B56-883A-96608C765E2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F5BAF5-ABAB-4575-8E56-D109A3D17F9F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576" y="5340096"/>
            <a:ext cx="9930384" cy="566928"/>
          </a:xfrm>
        </p:spPr>
        <p:txBody>
          <a:bodyPr rtlCol="0" anchor="b" anchorCtr="0">
            <a:normAutofit/>
          </a:bodyPr>
          <a:lstStyle>
            <a:lvl1pPr marL="0" indent="0" algn="r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88136"/>
            <a:ext cx="10058400" cy="4023360"/>
          </a:xfrm>
        </p:spPr>
        <p:txBody>
          <a:bodyPr rtlCol="0" anchor="t">
            <a:noAutofit/>
          </a:bodyPr>
          <a:lstStyle>
            <a:lvl1pPr algn="l">
              <a:defRPr sz="8000"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923612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do Slide 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2ABAD28B-DD56-4B56-883A-96608C765E28}" type="datetimeFigureOut">
              <a:rPr lang="en-US" smtClean="0"/>
              <a:pPr rtl="0"/>
              <a:t>1/14/2026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7DF5BAF5-ABAB-4575-8E56-D109A3D17F9F}" type="slidenum">
              <a:rPr lang="en-US" smtClean="0"/>
              <a:pPr rtl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6DF8F99-9559-4D6A-CBFA-042739C38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C64158DF-756B-260C-69DA-D76C163B7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576" y="5340096"/>
            <a:ext cx="9930384" cy="566928"/>
          </a:xfrm>
        </p:spPr>
        <p:txBody>
          <a:bodyPr rtlCol="0" anchor="b" anchorCtr="0">
            <a:normAutofit/>
          </a:bodyPr>
          <a:lstStyle>
            <a:lvl1pPr marL="0" indent="0" algn="r">
              <a:lnSpc>
                <a:spcPct val="12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" y="64008"/>
            <a:ext cx="12015216" cy="5120640"/>
          </a:xfrm>
        </p:spPr>
        <p:txBody>
          <a:bodyPr rtlCol="0" anchor="t">
            <a:noAutofit/>
          </a:bodyPr>
          <a:lstStyle>
            <a:lvl1pPr algn="l">
              <a:defRPr sz="115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42861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BAD28B-DD56-4B56-883A-96608C765E2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F5BAF5-ABAB-4575-8E56-D109A3D17F9F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51348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BAD28B-DD56-4B56-883A-96608C765E2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F5BAF5-ABAB-4575-8E56-D109A3D17F9F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960C51B-B525-4032-9D08-2978D7367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939" y="4572000"/>
            <a:ext cx="9272262" cy="1320801"/>
          </a:xfrm>
        </p:spPr>
        <p:txBody>
          <a:bodyPr rtlCol="0"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48007D-9B1D-4E2C-B38F-29C6820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9127"/>
            <a:ext cx="9272260" cy="3472874"/>
          </a:xfrm>
        </p:spPr>
        <p:txBody>
          <a:bodyPr rtlCol="0" anchor="t">
            <a:normAutofit/>
          </a:bodyPr>
          <a:lstStyle>
            <a:lvl1pPr>
              <a:defRPr sz="4000"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690778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BAD28B-DD56-4B56-883A-96608C765E2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F5BAF5-ABAB-4575-8E56-D109A3D17F9F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9890066" cy="1294228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881655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BAD28B-DD56-4B56-883A-96608C765E2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F5BAF5-ABAB-4575-8E56-D109A3D17F9F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4333"/>
            <a:ext cx="9949455" cy="838856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79532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BAD28B-DD56-4B56-883A-96608C765E2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F5BAF5-ABAB-4575-8E56-D109A3D17F9F}" type="slidenum">
              <a:rPr lang="en-US" smtClean="0"/>
              <a:t>‹nº›</a:t>
            </a:fld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87476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48B02B-A32A-4383-BBC7-0C383390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BAD28B-DD56-4B56-883A-96608C765E2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CFF7E77-47E0-4F9E-9148-8D0C59C0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898005A2-ECF0-4759-A17B-FDECE806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F5BAF5-ABAB-4575-8E56-D109A3D17F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046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754880"/>
            <a:ext cx="6655522" cy="1545336"/>
          </a:xfrm>
        </p:spPr>
        <p:txBody>
          <a:bodyPr rtlCol="0"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88136"/>
            <a:ext cx="7478991" cy="3635797"/>
          </a:xfrm>
        </p:spPr>
        <p:txBody>
          <a:bodyPr rtlCol="0" anchor="t">
            <a:normAutofit/>
          </a:bodyPr>
          <a:lstStyle>
            <a:lvl1pPr algn="l">
              <a:defRPr sz="6600" cap="all" baseline="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290991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ítul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84FAA61B-AD43-37CB-7EE0-96C95C0CA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6626" y="496546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12DA3032-68CE-D997-667C-4C5C01E41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BAD28B-DD56-4B56-883A-96608C765E2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6099C91B-9803-3812-63A6-5705DB9FE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FC835D02-A0E8-5346-DE23-09C497D78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F5BAF5-ABAB-4575-8E56-D109A3D17F9F}" type="slidenum">
              <a:rPr lang="en-US" smtClean="0"/>
              <a:t>‹nº›</a:t>
            </a:fld>
            <a:endParaRPr lang="en-US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C99E3101-0B78-A7AE-A693-73443263E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6626" y="496546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03520"/>
            <a:ext cx="7375466" cy="1014984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689379"/>
            <a:ext cx="7876287" cy="3592629"/>
          </a:xfrm>
        </p:spPr>
        <p:txBody>
          <a:bodyPr rtlCol="0" anchor="b">
            <a:normAutofit/>
          </a:bodyPr>
          <a:lstStyle>
            <a:lvl1pPr algn="l">
              <a:defRPr sz="66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576749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C2E6B14D-48CB-3652-5FBF-557B0DB0C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1AD4D6D7-11EB-6F96-7D58-6B2353229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3955" y="4462552"/>
            <a:ext cx="7588155" cy="1414091"/>
          </a:xfrm>
        </p:spPr>
        <p:txBody>
          <a:bodyPr rtlCol="0" anchor="b" anchorCtr="0"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" y="64008"/>
            <a:ext cx="8229600" cy="2621154"/>
          </a:xfrm>
        </p:spPr>
        <p:txBody>
          <a:bodyPr rtlCol="0" anchor="t" anchorCtr="0">
            <a:normAutofit/>
          </a:bodyPr>
          <a:lstStyle>
            <a:lvl1pPr algn="l">
              <a:defRPr sz="6600" cap="all" baseline="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188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, Foto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D0C16E3-4EC4-7D48-1FD4-C751F2A07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89C9269-15FA-0C1F-81E1-EA0500B76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972629"/>
            <a:ext cx="10835350" cy="480373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5165778"/>
            <a:ext cx="10835350" cy="786384"/>
          </a:xfrm>
        </p:spPr>
        <p:txBody>
          <a:bodyPr rtlCol="0" anchor="b">
            <a:normAutofit/>
          </a:bodyPr>
          <a:lstStyle>
            <a:lvl1pPr algn="l">
              <a:defRPr sz="4000" cap="all" baseline="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258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da Foto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49440" y="6453002"/>
            <a:ext cx="1707625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n-US"/>
              <a:t>24/02/2025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5CF4E8FB-1487-C91A-B047-A4CCEDA8D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93D24704-92A7-FF08-2944-DFFAEC746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438" y="4663440"/>
            <a:ext cx="4146281" cy="1184585"/>
          </a:xfrm>
        </p:spPr>
        <p:txBody>
          <a:bodyPr rtlCol="0" anchor="b" anchorCtr="0">
            <a:normAutofit/>
          </a:bodyPr>
          <a:lstStyle>
            <a:lvl1pPr marL="0" indent="0" algn="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49439" y="1088136"/>
            <a:ext cx="4146281" cy="3475236"/>
          </a:xfrm>
        </p:spPr>
        <p:txBody>
          <a:bodyPr rtlCol="0" anchor="b" anchorCtr="0">
            <a:noAutofit/>
          </a:bodyPr>
          <a:lstStyle>
            <a:lvl1pPr algn="r">
              <a:defRPr sz="5400" cap="all" baseline="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127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da Foto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873752"/>
            <a:ext cx="4206240" cy="1380744"/>
          </a:xfrm>
        </p:spPr>
        <p:txBody>
          <a:bodyPr rtlCol="0" anchor="b"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88136"/>
            <a:ext cx="4206240" cy="3739896"/>
          </a:xfrm>
        </p:spPr>
        <p:txBody>
          <a:bodyPr rtlCol="0" anchor="t">
            <a:normAutofit/>
          </a:bodyPr>
          <a:lstStyle>
            <a:lvl1pPr algn="l">
              <a:defRPr sz="5400" cap="all" baseline="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219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_1 da 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1014984"/>
            <a:ext cx="7772400" cy="594360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664208"/>
            <a:ext cx="10570464" cy="4626864"/>
          </a:xfrm>
        </p:spPr>
        <p:txBody>
          <a:bodyPr rtlCol="0" anchor="b">
            <a:normAutofit/>
          </a:bodyPr>
          <a:lstStyle>
            <a:lvl1pPr algn="l">
              <a:defRPr sz="8000" cap="all" baseline="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616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8467558" cy="3694176"/>
          </a:xfrm>
        </p:spPr>
        <p:txBody>
          <a:bodyPr rtlCol="0">
            <a:normAutofit/>
          </a:bodyPr>
          <a:lstStyle>
            <a:lvl1pPr marL="342900" indent="-342900">
              <a:buFont typeface="System Font Regular"/>
              <a:buChar char="-"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67558" cy="1554480"/>
          </a:xfrm>
        </p:spPr>
        <p:txBody>
          <a:bodyPr rtlCol="0" anchor="t" anchorCtr="0">
            <a:normAutofit/>
          </a:bodyPr>
          <a:lstStyle>
            <a:lvl1pPr>
              <a:defRPr sz="44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2174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Espaço Reservado para Imagem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80000"/>
            </a:blip>
            <a:srcRect/>
            <a:stretch>
              <a:fillRect l="-20038" r="-15212"/>
            </a:stretch>
          </a:blip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 rtlCol="0">
            <a:normAutofit/>
          </a:bodyPr>
          <a:lstStyle>
            <a:lvl1pPr marL="342900" indent="-342900">
              <a:buFont typeface="System Font Regular"/>
              <a:buChar char="-"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5749392" cy="1554480"/>
          </a:xfrm>
        </p:spPr>
        <p:txBody>
          <a:bodyPr rtlCol="0" anchor="t" anchorCtr="0">
            <a:normAutofit/>
          </a:bodyPr>
          <a:lstStyle>
            <a:lvl1pPr>
              <a:defRPr sz="44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4183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, Conteúdo 1 (Máxim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6" y="1463040"/>
            <a:ext cx="10789920" cy="4846319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48640"/>
            <a:ext cx="10789920" cy="914400"/>
          </a:xfrm>
        </p:spPr>
        <p:txBody>
          <a:bodyPr rtlCol="0" anchor="t" anchorCtr="0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86576926-0AFD-7055-19F8-9C7B8A99E740}"/>
              </a:ext>
            </a:extLst>
          </p:cNvPr>
          <p:cNvCxnSpPr>
            <a:cxnSpLocks/>
          </p:cNvCxnSpPr>
          <p:nvPr userDrawn="1"/>
        </p:nvCxnSpPr>
        <p:spPr>
          <a:xfrm>
            <a:off x="0" y="66370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993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penas Conteúdo (Máx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585216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rtlCol="0" anchor="ctr">
            <a:normAutofit/>
          </a:bodyPr>
          <a:lstStyle>
            <a:lvl1pPr>
              <a:defRPr sz="24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7706497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, Conteúdo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690049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, Conteúdo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1088136"/>
            <a:ext cx="4325112" cy="2459736"/>
          </a:xfrm>
        </p:spPr>
        <p:txBody>
          <a:bodyPr rtlCol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4325112" cy="245479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7176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, Conteúdo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088136"/>
            <a:ext cx="4956175" cy="355600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3813048" cy="355701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3561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, Conteúdo 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088136"/>
            <a:ext cx="5681662" cy="4818062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4145582" cy="4638825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242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, Conteúdo 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1088136"/>
            <a:ext cx="6159500" cy="5390822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4142232" cy="4940661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125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, Conteúdo 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41C2A03E-063B-0399-48E7-04FD456A6A93}"/>
              </a:ext>
            </a:extLst>
          </p:cNvPr>
          <p:cNvCxnSpPr>
            <a:cxnSpLocks/>
          </p:cNvCxnSpPr>
          <p:nvPr/>
        </p:nvCxnSpPr>
        <p:spPr>
          <a:xfrm>
            <a:off x="0" y="66370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A87C6C2-2F35-2349-7733-859C0E7DDAFC}"/>
              </a:ext>
            </a:extLst>
          </p:cNvPr>
          <p:cNvCxnSpPr>
            <a:cxnSpLocks/>
          </p:cNvCxnSpPr>
          <p:nvPr userDrawn="1"/>
        </p:nvCxnSpPr>
        <p:spPr>
          <a:xfrm>
            <a:off x="0" y="66370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19040" y="548640"/>
            <a:ext cx="6959600" cy="580644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48640"/>
            <a:ext cx="3494314" cy="5719639"/>
          </a:xfrm>
        </p:spPr>
        <p:txBody>
          <a:bodyPr rtlCol="0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7843722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to do Conteúdo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90940" y="6389688"/>
            <a:ext cx="3474720" cy="365125"/>
          </a:xfrm>
        </p:spPr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B4877F01-A929-FA99-96D9-80A84DCCBBC1}"/>
              </a:ext>
            </a:extLst>
          </p:cNvPr>
          <p:cNvCxnSpPr>
            <a:cxnSpLocks/>
          </p:cNvCxnSpPr>
          <p:nvPr/>
        </p:nvCxnSpPr>
        <p:spPr>
          <a:xfrm>
            <a:off x="11387805" y="645776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383064DD-D4BF-D92B-903A-E30DDDC7B895}"/>
              </a:ext>
            </a:extLst>
          </p:cNvPr>
          <p:cNvCxnSpPr>
            <a:cxnSpLocks/>
          </p:cNvCxnSpPr>
          <p:nvPr userDrawn="1"/>
        </p:nvCxnSpPr>
        <p:spPr>
          <a:xfrm>
            <a:off x="11387805" y="645776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80000"/>
            </a:blip>
            <a:srcRect/>
            <a:stretch>
              <a:fillRect r="-410"/>
            </a:stretch>
          </a:blip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080" y="1828800"/>
            <a:ext cx="6071616" cy="4489704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0" y="548640"/>
            <a:ext cx="6093225" cy="1143000"/>
          </a:xfrm>
        </p:spPr>
        <p:txBody>
          <a:bodyPr rtlCol="0" anchor="t" anchorCtr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6797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to do Conteúdo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88136" y="6389688"/>
            <a:ext cx="914400" cy="365125"/>
          </a:xfrm>
        </p:spPr>
        <p:txBody>
          <a:bodyPr rtlCol="0"/>
          <a:lstStyle/>
          <a:p>
            <a:pPr rtl="0"/>
            <a:r>
              <a:rPr lang="en-US"/>
              <a:t>24/02/2025</a:t>
            </a:r>
            <a:endParaRPr lang="en-US" dirty="0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 rtlCol="0"/>
          <a:lstStyle/>
          <a:p>
            <a:pPr rtl="0"/>
            <a:r>
              <a:rPr lang="pt-br"/>
              <a:t>Exemplo de Texto de Rodapé</a:t>
            </a:r>
          </a:p>
        </p:txBody>
      </p:sp>
      <p:sp>
        <p:nvSpPr>
          <p:cNvPr id="12" name="Espaço Reservado para o Número do Slide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1DA2515-5AEE-9413-3515-A00204840354}"/>
              </a:ext>
            </a:extLst>
          </p:cNvPr>
          <p:cNvCxnSpPr>
            <a:cxnSpLocks/>
          </p:cNvCxnSpPr>
          <p:nvPr/>
        </p:nvCxnSpPr>
        <p:spPr>
          <a:xfrm>
            <a:off x="0" y="645776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D70FDFA-4030-887C-559C-1FADB47BC66E}"/>
              </a:ext>
            </a:extLst>
          </p:cNvPr>
          <p:cNvCxnSpPr>
            <a:cxnSpLocks/>
          </p:cNvCxnSpPr>
          <p:nvPr userDrawn="1"/>
        </p:nvCxnSpPr>
        <p:spPr>
          <a:xfrm>
            <a:off x="0" y="645776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>
            <a:blip r:embed="rId2">
              <a:alphaModFix amt="80000"/>
            </a:blip>
            <a:stretch>
              <a:fillRect l="133" r="2"/>
            </a:stretch>
          </a:blip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36" y="1828800"/>
            <a:ext cx="6035040" cy="4489704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48640"/>
            <a:ext cx="6035040" cy="1143000"/>
          </a:xfrm>
        </p:spPr>
        <p:txBody>
          <a:bodyPr rtlCol="0" anchor="t" anchorCtr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4798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to do Conteúdo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90940" y="6389688"/>
            <a:ext cx="2651760" cy="365125"/>
          </a:xfrm>
        </p:spPr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434EC6C7-7368-6B1B-8B75-3564428D23D7}"/>
              </a:ext>
            </a:extLst>
          </p:cNvPr>
          <p:cNvCxnSpPr>
            <a:cxnSpLocks/>
          </p:cNvCxnSpPr>
          <p:nvPr/>
        </p:nvCxnSpPr>
        <p:spPr>
          <a:xfrm>
            <a:off x="11387805" y="645776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E142DC77-D245-134E-AF98-C98164AD00C5}"/>
              </a:ext>
            </a:extLst>
          </p:cNvPr>
          <p:cNvCxnSpPr>
            <a:cxnSpLocks/>
          </p:cNvCxnSpPr>
          <p:nvPr userDrawn="1"/>
        </p:nvCxnSpPr>
        <p:spPr>
          <a:xfrm>
            <a:off x="11387805" y="645776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>
            <a:blip r:embed="rId2">
              <a:alphaModFix amt="80000"/>
            </a:blip>
            <a:stretch>
              <a:fillRect l="-20038" r="-15212"/>
            </a:stretch>
          </a:blip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554480"/>
            <a:ext cx="6858000" cy="484632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0" y="548640"/>
            <a:ext cx="6858000" cy="932688"/>
          </a:xfrm>
        </p:spPr>
        <p:txBody>
          <a:bodyPr rtlCol="0" anchor="t" anchorCtr="0">
            <a:no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7373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to do Conteúdo 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88136" y="6391656"/>
            <a:ext cx="2743200" cy="365125"/>
          </a:xfrm>
        </p:spPr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27C2C824-3E44-D93C-CE0D-441A10DAB07F}"/>
              </a:ext>
            </a:extLst>
          </p:cNvPr>
          <p:cNvCxnSpPr>
            <a:cxnSpLocks/>
          </p:cNvCxnSpPr>
          <p:nvPr/>
        </p:nvCxnSpPr>
        <p:spPr>
          <a:xfrm>
            <a:off x="0" y="645776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>
            <a:blip r:embed="rId2">
              <a:alphaModFix amt="80000"/>
            </a:blip>
            <a:stretch>
              <a:fillRect l="-20038" r="-15212"/>
            </a:stretch>
          </a:blip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36" y="1554480"/>
            <a:ext cx="6400800" cy="475488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48640"/>
            <a:ext cx="6400800" cy="932688"/>
          </a:xfrm>
        </p:spPr>
        <p:txBody>
          <a:bodyPr rtlCol="0" anchor="t" anchorCtr="0">
            <a:no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3194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to do Conteúdo 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n-US"/>
              <a:t>24/02/2025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0E05320-D280-0DDC-5A3D-55FA53CC9690}"/>
              </a:ext>
            </a:extLst>
          </p:cNvPr>
          <p:cNvCxnSpPr>
            <a:cxnSpLocks/>
          </p:cNvCxnSpPr>
          <p:nvPr userDrawn="1"/>
        </p:nvCxnSpPr>
        <p:spPr>
          <a:xfrm>
            <a:off x="11387805" y="701041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>
            <a:blip r:embed="rId2">
              <a:alphaModFix amt="80000"/>
            </a:blip>
            <a:stretch>
              <a:fillRect r="-206"/>
            </a:stretch>
          </a:blip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40880" y="2212975"/>
            <a:ext cx="4362450" cy="409575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0" y="584339"/>
            <a:ext cx="4297680" cy="1527048"/>
          </a:xfrm>
        </p:spPr>
        <p:txBody>
          <a:bodyPr rtlCol="0" anchor="t" anchorCtr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1112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to de Conteúd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8136" y="6453002"/>
            <a:ext cx="1005840" cy="365125"/>
          </a:xfrm>
        </p:spPr>
        <p:txBody>
          <a:bodyPr rtlCol="0"/>
          <a:lstStyle/>
          <a:p>
            <a:pPr rtl="0"/>
            <a:r>
              <a:rPr lang="en-US"/>
              <a:t>24/02/2025</a:t>
            </a:r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364F26EF-3B60-EBB9-D4CC-E416D4E0BCCE}"/>
              </a:ext>
            </a:extLst>
          </p:cNvPr>
          <p:cNvCxnSpPr>
            <a:cxnSpLocks/>
          </p:cNvCxnSpPr>
          <p:nvPr userDrawn="1"/>
        </p:nvCxnSpPr>
        <p:spPr>
          <a:xfrm>
            <a:off x="0" y="645776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>
            <a:blip r:embed="rId2">
              <a:alphaModFix amt="80000"/>
            </a:blip>
            <a:stretch>
              <a:fillRect l="-194"/>
            </a:stretch>
          </a:blip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36" y="2212975"/>
            <a:ext cx="4360863" cy="409575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48640"/>
            <a:ext cx="4361688" cy="1527048"/>
          </a:xfrm>
        </p:spPr>
        <p:txBody>
          <a:bodyPr rtlCol="0" anchor="t" anchorCtr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5259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to do Conteúdo 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n-US"/>
              <a:t>24/02/2025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63FFF24A-6C99-5C52-1A9E-398DAAC8D627}"/>
              </a:ext>
            </a:extLst>
          </p:cNvPr>
          <p:cNvCxnSpPr>
            <a:cxnSpLocks/>
          </p:cNvCxnSpPr>
          <p:nvPr/>
        </p:nvCxnSpPr>
        <p:spPr>
          <a:xfrm>
            <a:off x="11387805" y="4572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>
            <a:blip r:embed="rId2">
              <a:alphaModFix amt="80000"/>
            </a:blip>
            <a:stretch>
              <a:fillRect r="-428"/>
            </a:stretch>
          </a:blip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rtlCol="0" anchor="b">
            <a:noAutofit/>
          </a:bodyPr>
          <a:lstStyle>
            <a:lvl1pPr>
              <a:defRPr sz="32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9295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to do Conteúdo 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8136" y="6453002"/>
            <a:ext cx="1005840" cy="365125"/>
          </a:xfrm>
        </p:spPr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E9BE6C7B-B23D-94FE-E3F3-A80680127208}"/>
              </a:ext>
            </a:extLst>
          </p:cNvPr>
          <p:cNvCxnSpPr>
            <a:cxnSpLocks/>
          </p:cNvCxnSpPr>
          <p:nvPr/>
        </p:nvCxnSpPr>
        <p:spPr>
          <a:xfrm>
            <a:off x="0" y="4572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>
            <a:blip r:embed="rId2">
              <a:alphaModFix amt="80000"/>
            </a:blip>
            <a:stretch>
              <a:fillRect l="-20038" r="-15212"/>
            </a:stretch>
          </a:blip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36" y="1380744"/>
            <a:ext cx="4572000" cy="498348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320040"/>
            <a:ext cx="4572000" cy="932688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830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to de Conteúd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 rtlCol="0"/>
          <a:lstStyle/>
          <a:p>
            <a:pPr rtl="0"/>
            <a:r>
              <a:rPr lang="pt-br"/>
              <a:t>Exemplo de Texto de Rodapé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891524CB-0A95-ECE6-FDBD-92F5801F67AF}"/>
              </a:ext>
            </a:extLst>
          </p:cNvPr>
          <p:cNvCxnSpPr>
            <a:cxnSpLocks/>
          </p:cNvCxnSpPr>
          <p:nvPr userDrawn="1"/>
        </p:nvCxnSpPr>
        <p:spPr>
          <a:xfrm>
            <a:off x="11387805" y="645776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>
            <a:blip r:embed="rId2">
              <a:alphaModFix amt="80000"/>
            </a:blip>
            <a:stretch>
              <a:fillRect l="2" r="-671"/>
            </a:stretch>
          </a:blip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rtlCol="0" anchor="t" anchorCtr="0">
            <a:normAutofit/>
          </a:bodyPr>
          <a:lstStyle>
            <a:lvl1pPr>
              <a:defRPr sz="32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7530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to do Conteúdo 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8136" y="6453002"/>
            <a:ext cx="731520" cy="365125"/>
          </a:xfrm>
        </p:spPr>
        <p:txBody>
          <a:bodyPr rtlCol="0"/>
          <a:lstStyle/>
          <a:p>
            <a:pPr rtl="0"/>
            <a:r>
              <a:rPr lang="en-US"/>
              <a:t>24/02/2025</a:t>
            </a:r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74520" y="6455664"/>
            <a:ext cx="1828800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pt-br"/>
              <a:t>Exemplo 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38034AC6-D67E-1CDF-7062-5AA25E8DE089}"/>
              </a:ext>
            </a:extLst>
          </p:cNvPr>
          <p:cNvCxnSpPr>
            <a:cxnSpLocks/>
          </p:cNvCxnSpPr>
          <p:nvPr/>
        </p:nvCxnSpPr>
        <p:spPr>
          <a:xfrm>
            <a:off x="0" y="649224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>
            <a:blip r:embed="rId2">
              <a:alphaModFix amt="80000"/>
            </a:blip>
            <a:stretch>
              <a:fillRect l="-202"/>
            </a:stretch>
          </a:blip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36" y="2212975"/>
            <a:ext cx="3401568" cy="409575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83413"/>
            <a:ext cx="3401568" cy="1527048"/>
          </a:xfrm>
        </p:spPr>
        <p:txBody>
          <a:bodyPr rtlCol="0" anchor="t" anchorCtr="0">
            <a:normAutofit/>
          </a:bodyPr>
          <a:lstStyle>
            <a:lvl1pPr>
              <a:defRPr sz="32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5923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to de Conteúd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n-US"/>
              <a:t>24/02/2025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 rtlCol="0"/>
          <a:lstStyle/>
          <a:p>
            <a:pPr rtl="0"/>
            <a:r>
              <a:rPr lang="pt-br"/>
              <a:t>Exemplo 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70668EC-7C4A-E2C9-9B4E-461B96635B0F}"/>
              </a:ext>
            </a:extLst>
          </p:cNvPr>
          <p:cNvCxnSpPr>
            <a:cxnSpLocks/>
          </p:cNvCxnSpPr>
          <p:nvPr/>
        </p:nvCxnSpPr>
        <p:spPr>
          <a:xfrm>
            <a:off x="11387805" y="119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>
            <a:blip r:embed="rId2">
              <a:alphaModFix amt="80000"/>
            </a:blip>
            <a:stretch>
              <a:fillRect l="2" r="-671"/>
            </a:stretch>
          </a:blip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8160" y="3099816"/>
            <a:ext cx="3200400" cy="295351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0" y="1078992"/>
            <a:ext cx="3200400" cy="1942773"/>
          </a:xfrm>
        </p:spPr>
        <p:txBody>
          <a:bodyPr rtlCol="0" anchor="t" anchorCtr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89788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to de Conteúd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66308D8B-26D8-742E-6485-0E6D1184D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10770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>
              <a:alphaModFix amt="80000"/>
            </a:blip>
            <a:stretch>
              <a:fillRect l="2" r="-671"/>
            </a:stretch>
          </a:blip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012268"/>
            <a:ext cx="3739896" cy="1390330"/>
          </a:xfrm>
        </p:spPr>
        <p:txBody>
          <a:bodyPr rtlCol="0" anchor="t">
            <a:normAutofit/>
          </a:bodyPr>
          <a:lstStyle>
            <a:lvl1pPr>
              <a:defRPr sz="32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8797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to de Conteúd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69AA66C5-FE79-8172-5991-B9E2580EA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4254781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800" y="4162318"/>
            <a:ext cx="7772400" cy="2240280"/>
          </a:xfrm>
        </p:spPr>
        <p:txBody>
          <a:bodyPr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4162318"/>
            <a:ext cx="2953618" cy="1892808"/>
          </a:xfrm>
        </p:spPr>
        <p:txBody>
          <a:bodyPr rtlCol="0" anchor="t">
            <a:normAutofit/>
          </a:bodyPr>
          <a:lstStyle>
            <a:lvl1pPr>
              <a:defRPr sz="32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8712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 de Conteúd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1088136"/>
            <a:ext cx="7772400" cy="1892808"/>
          </a:xfrm>
        </p:spPr>
        <p:txBody>
          <a:bodyPr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2953618" cy="1892808"/>
          </a:xfrm>
        </p:spPr>
        <p:txBody>
          <a:bodyPr rtlCol="0" anchor="t">
            <a:normAutofit/>
          </a:bodyPr>
          <a:lstStyle>
            <a:lvl1pPr>
              <a:defRPr sz="32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7364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to de Conteúd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446520" cy="442569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62088" y="1828800"/>
            <a:ext cx="4023360" cy="4428871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40241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to de Conteúd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489BE89-EA6C-3872-3192-502F1D8DD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49224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8136" y="2290890"/>
            <a:ext cx="4672584" cy="4041648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48639"/>
            <a:ext cx="4672584" cy="145389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5627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to de Conteúd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ACAAA201-D652-2C16-88AF-7DCC4657B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66499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8136" y="2295144"/>
            <a:ext cx="3490176" cy="4041648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50217"/>
            <a:ext cx="3657603" cy="1453896"/>
          </a:xfrm>
        </p:spPr>
        <p:txBody>
          <a:bodyPr rtlCol="0" anchor="t">
            <a:noAutofit/>
          </a:bodyPr>
          <a:lstStyle>
            <a:lvl1pPr>
              <a:defRPr sz="36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5145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úmero Grande 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24/02/2025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0820" y="4572000"/>
            <a:ext cx="9930384" cy="1353312"/>
          </a:xfrm>
        </p:spPr>
        <p:txBody>
          <a:bodyPr rtlCol="0" anchor="b" anchorCtr="0">
            <a:normAutofit/>
          </a:bodyPr>
          <a:lstStyle>
            <a:lvl1pPr marL="0" indent="0" algn="r">
              <a:buNone/>
              <a:defRPr sz="28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8136" y="64008"/>
            <a:ext cx="10003068" cy="4334256"/>
          </a:xfrm>
        </p:spPr>
        <p:txBody>
          <a:bodyPr rtlCol="0" anchor="b" anchorCtr="0">
            <a:normAutofit/>
          </a:bodyPr>
          <a:lstStyle>
            <a:lvl1pPr algn="r">
              <a:defRPr sz="232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4244848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úmero Grande 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24/02/2025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rtlCol="0"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10666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úmero Grande 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8136" y="603504"/>
            <a:ext cx="10015728" cy="3694176"/>
          </a:xfrm>
        </p:spPr>
        <p:txBody>
          <a:bodyPr rtlCol="0" anchor="b" anchorCtr="0">
            <a:norm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##%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297680"/>
            <a:ext cx="7525512" cy="1545336"/>
          </a:xfrm>
        </p:spPr>
        <p:txBody>
          <a:bodyPr rtlCol="0" anchor="b" anchorCtr="0">
            <a:normAutofit/>
          </a:bodyPr>
          <a:lstStyle>
            <a:lvl1pPr marL="0" indent="0" algn="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24/02/2025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9F3356AB-92B4-2E32-E065-92ED999EF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46824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00F42ED-4F52-64D0-427B-A8B5EA4A6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46824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256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monst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56C8E310-975A-20DE-3DE1-1E3550B37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82833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603504"/>
            <a:ext cx="8266176" cy="5605272"/>
          </a:xfrm>
        </p:spPr>
        <p:txBody>
          <a:bodyPr rtlCol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4800" b="1" cap="all" baseline="0"/>
            </a:lvl1pPr>
            <a:lvl2pPr marL="228600" indent="0">
              <a:lnSpc>
                <a:spcPct val="100000"/>
              </a:lnSpc>
              <a:buNone/>
              <a:defRPr sz="4400" b="1" cap="all" baseline="0"/>
            </a:lvl2pPr>
            <a:lvl3pPr marL="457200" indent="0">
              <a:lnSpc>
                <a:spcPct val="100000"/>
              </a:lnSpc>
              <a:buNone/>
              <a:defRPr sz="4000" b="1" cap="all" baseline="0"/>
            </a:lvl3pPr>
            <a:lvl4pPr marL="685800" indent="0">
              <a:lnSpc>
                <a:spcPct val="100000"/>
              </a:lnSpc>
              <a:buNone/>
              <a:defRPr sz="3600" b="1" cap="all" baseline="0"/>
            </a:lvl4pPr>
            <a:lvl5pPr marL="914400" indent="0">
              <a:lnSpc>
                <a:spcPct val="100000"/>
              </a:lnSpc>
              <a:buNone/>
              <a:defRPr sz="3200" b="1" cap="all" baseline="0"/>
            </a:lvl5pPr>
          </a:lstStyle>
          <a:p>
            <a:pPr lvl="0" rtl="0"/>
            <a:r>
              <a:rPr lang="pt-br"/>
              <a:t>Clique para editar 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686434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monstrativo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311BEEA6-BB3D-6FE2-25CB-47F170CF0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10770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160799"/>
            <a:ext cx="8266176" cy="4142232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buNone/>
              <a:defRPr sz="4800" b="1"/>
            </a:lvl1pPr>
            <a:lvl2pPr marL="228600" indent="0">
              <a:lnSpc>
                <a:spcPct val="100000"/>
              </a:lnSpc>
              <a:buNone/>
              <a:defRPr sz="4000" b="1"/>
            </a:lvl2pPr>
            <a:lvl3pPr marL="457200" indent="0">
              <a:lnSpc>
                <a:spcPct val="100000"/>
              </a:lnSpc>
              <a:buNone/>
              <a:defRPr sz="3600" b="1"/>
            </a:lvl3pPr>
            <a:lvl4pPr marL="685800" indent="0">
              <a:lnSpc>
                <a:spcPct val="100000"/>
              </a:lnSpc>
              <a:buNone/>
              <a:defRPr sz="3200" b="1"/>
            </a:lvl4pPr>
            <a:lvl5pPr marL="914400" indent="0">
              <a:lnSpc>
                <a:spcPct val="100000"/>
              </a:lnSpc>
              <a:buNone/>
              <a:defRPr sz="2800" b="1"/>
            </a:lvl5pPr>
          </a:lstStyle>
          <a:p>
            <a:pPr lvl="0" rtl="0"/>
            <a:r>
              <a:rPr lang="pt-br"/>
              <a:t>Clique para editar 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933431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nstrativo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914400"/>
            <a:ext cx="9418320" cy="5070068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 rtl="0"/>
            <a:r>
              <a:rPr lang="pt-br"/>
              <a:t>Clique para editar 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807616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itação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Autor da Citação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rtlCol="0" anchor="ctr">
            <a:normAutofit/>
          </a:bodyPr>
          <a:lstStyle>
            <a:lvl1pPr algn="l">
              <a:lnSpc>
                <a:spcPct val="100000"/>
              </a:lnSpc>
              <a:defRPr sz="5400" b="1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a Citação</a:t>
            </a:r>
          </a:p>
        </p:txBody>
      </p:sp>
    </p:spTree>
    <p:extLst>
      <p:ext uri="{BB962C8B-B14F-4D97-AF65-F5344CB8AC3E}">
        <p14:creationId xmlns:p14="http://schemas.microsoft.com/office/powerpoint/2010/main" val="2106485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 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24/02/2025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Autor da Citação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sz="4800" b="1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a Citação</a:t>
            </a:r>
          </a:p>
        </p:txBody>
      </p:sp>
    </p:spTree>
    <p:extLst>
      <p:ext uri="{BB962C8B-B14F-4D97-AF65-F5344CB8AC3E}">
        <p14:creationId xmlns:p14="http://schemas.microsoft.com/office/powerpoint/2010/main" val="2114194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 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9F8509F-2652-8D73-2320-6F2440E44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2686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6568" y="5431536"/>
            <a:ext cx="9198864" cy="466344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Autor da Citação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6568" y="1188720"/>
            <a:ext cx="9198864" cy="3291840"/>
          </a:xfrm>
        </p:spPr>
        <p:txBody>
          <a:bodyPr rtlCol="0" anchor="ctr" anchorCtr="0">
            <a:normAutofit/>
          </a:bodyPr>
          <a:lstStyle>
            <a:lvl1pPr algn="ctr">
              <a:lnSpc>
                <a:spcPct val="100000"/>
              </a:lnSpc>
              <a:defRPr sz="4800" b="1" cap="all" baseline="0"/>
            </a:lvl1pPr>
          </a:lstStyle>
          <a:p>
            <a:pPr rtl="0"/>
            <a:r>
              <a:rPr lang="pt-br"/>
              <a:t>Clique para editar a Citação</a:t>
            </a:r>
          </a:p>
        </p:txBody>
      </p:sp>
    </p:spTree>
    <p:extLst>
      <p:ext uri="{BB962C8B-B14F-4D97-AF65-F5344CB8AC3E}">
        <p14:creationId xmlns:p14="http://schemas.microsoft.com/office/powerpoint/2010/main" val="1670115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 3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24/02/2025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88136" y="5669280"/>
            <a:ext cx="8961120" cy="466344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2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Autor da Citação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8136" y="1088136"/>
            <a:ext cx="8961120" cy="3169920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sz="4800" b="1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a Citação</a:t>
            </a:r>
          </a:p>
        </p:txBody>
      </p:sp>
    </p:spTree>
    <p:extLst>
      <p:ext uri="{BB962C8B-B14F-4D97-AF65-F5344CB8AC3E}">
        <p14:creationId xmlns:p14="http://schemas.microsoft.com/office/powerpoint/2010/main" val="85974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DEFAAA-1B70-42AA-ADCC-F49B5813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BAD28B-DD56-4B56-883A-96608C765E2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C7B6CC-1C13-4F34-AC86-CCD442C8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69F1B638-9061-41AD-AF47-73A4AF8B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F5BAF5-ABAB-4575-8E56-D109A3D17F9F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BE994E-BAB7-43DC-A0E4-C779CF2A3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701254"/>
            <a:ext cx="3785860" cy="3167733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5A3E63-EB15-4D82-BF2B-36BB030C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0" y="922689"/>
            <a:ext cx="5486002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A1DD4B-5676-477E-8C52-4C1CF160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4448"/>
            <a:ext cx="3785860" cy="1554362"/>
          </a:xfrm>
        </p:spPr>
        <p:txBody>
          <a:bodyPr rtlCol="0" anchor="t">
            <a:noAutofit/>
          </a:bodyPr>
          <a:lstStyle>
            <a:lvl1pPr>
              <a:defRPr sz="4000" cap="none" baseline="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2301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F55A58-F085-4500-AF61-045B12C8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BAD28B-DD56-4B56-883A-96608C765E2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936470-561D-49AE-AC84-B79D483F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6EEF2BE2-DF21-4683-9D5F-849A525F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F5BAF5-ABAB-4575-8E56-D109A3D17F9F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214A903-97C7-4349-B8CE-1BBED1942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4500" y="1143000"/>
            <a:ext cx="5486400" cy="4572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0A9F58-4AEB-4286-98F7-3C77AA913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697480"/>
            <a:ext cx="3785860" cy="309342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CF3C43-1676-4A29-83F9-D788ED2E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7280"/>
            <a:ext cx="3785860" cy="1559740"/>
          </a:xfrm>
        </p:spPr>
        <p:txBody>
          <a:bodyPr rtlCol="0" anchor="t">
            <a:noAutofit/>
          </a:bodyPr>
          <a:lstStyle>
            <a:lvl1pPr>
              <a:defRPr sz="4000" cap="none" baseline="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02733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BAD28B-DD56-4B56-883A-96608C765E2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F5BAF5-ABAB-4575-8E56-D109A3D17F9F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26E227-253A-44A0-9404-1CFD8CE41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DD6C900-05BC-4021-B69F-2DAF974B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64384535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1088136"/>
            <a:ext cx="6440258" cy="5220588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8136" y="2845641"/>
            <a:ext cx="3595634" cy="3458743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3595634" cy="1757505"/>
          </a:xfrm>
        </p:spPr>
        <p:txBody>
          <a:bodyPr rtlCol="0" anchor="t">
            <a:norm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61571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1088136"/>
            <a:ext cx="6519080" cy="5248655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8136" y="3300449"/>
            <a:ext cx="3585586" cy="2960326"/>
          </a:xfrm>
        </p:spPr>
        <p:txBody>
          <a:bodyPr rtlCol="0"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3595634" cy="2212313"/>
          </a:xfrm>
        </p:spPr>
        <p:txBody>
          <a:bodyPr rtlCol="0" anchor="t">
            <a:norm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64399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743200"/>
            <a:ext cx="10015728" cy="2743200"/>
          </a:xfrm>
        </p:spPr>
        <p:txBody>
          <a:bodyPr rtlCol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7342307" cy="1133856"/>
          </a:xfrm>
        </p:spPr>
        <p:txBody>
          <a:bodyPr rtlCol="0" anchor="t" anchorCtr="0">
            <a:noAutofit/>
          </a:bodyPr>
          <a:lstStyle>
            <a:lvl1pPr>
              <a:defRPr sz="6000" cap="all" baseline="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334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ão 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24/02/2025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36" y="3383280"/>
            <a:ext cx="8430639" cy="1279615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rtlCol="0" anchor="t" anchorCtr="0">
            <a:noAutofit/>
          </a:bodyPr>
          <a:lstStyle>
            <a:lvl1pPr>
              <a:defRPr sz="6000" cap="all" baseline="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01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418C15-991C-4C71-8DCD-DB3B3888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BAD28B-DD56-4B56-883A-96608C765E2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728CC3-5830-4EFA-B28E-1648904D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CDA91B6-E419-4483-9B66-3C758788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F5BAF5-ABAB-4575-8E56-D109A3D17F9F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DE447C6A-78C3-4687-9A71-A05DBF6700DE}"/>
              </a:ext>
            </a:extLst>
          </p:cNvPr>
          <p:cNvCxnSpPr>
            <a:cxnSpLocks/>
          </p:cNvCxnSpPr>
          <p:nvPr/>
        </p:nvCxnSpPr>
        <p:spPr>
          <a:xfrm>
            <a:off x="11387805" y="118520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2FDB721-04AA-4330-8045-3F2D9BB4B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91381"/>
            <a:ext cx="8265340" cy="4953369"/>
          </a:xfrm>
        </p:spPr>
        <p:txBody>
          <a:bodyPr vert="eaVert"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82CF945-D70F-49C1-8CE5-5758C1166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2100" y="1091381"/>
            <a:ext cx="2171700" cy="4953369"/>
          </a:xfrm>
        </p:spPr>
        <p:txBody>
          <a:bodyPr vert="eaVert" rtlCol="0"/>
          <a:lstStyle/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474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3D8F5E9F-8F61-B124-73DA-520132A33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12942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447778"/>
            <a:ext cx="9922764" cy="383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15200" y="6389688"/>
            <a:ext cx="3695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pPr rtl="0"/>
            <a:fld id="{2ABAD28B-DD56-4B56-883A-96608C765E2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940" y="6389688"/>
            <a:ext cx="4433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190" y="6389688"/>
            <a:ext cx="940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pPr rtl="0"/>
            <a:fld id="{7DF5BAF5-ABAB-4575-8E56-D109A3D17F9F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886F9819-4359-CBB9-DECC-CB141827F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869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  <p:sldLayoutId id="2147483788" r:id="rId19"/>
    <p:sldLayoutId id="2147483744" r:id="rId20"/>
    <p:sldLayoutId id="2147483745" r:id="rId21"/>
    <p:sldLayoutId id="2147483746" r:id="rId22"/>
    <p:sldLayoutId id="2147483747" r:id="rId23"/>
    <p:sldLayoutId id="2147483748" r:id="rId24"/>
    <p:sldLayoutId id="2147483749" r:id="rId25"/>
    <p:sldLayoutId id="2147483750" r:id="rId26"/>
    <p:sldLayoutId id="2147483751" r:id="rId27"/>
    <p:sldLayoutId id="2147483752" r:id="rId28"/>
    <p:sldLayoutId id="2147483753" r:id="rId29"/>
    <p:sldLayoutId id="2147483754" r:id="rId30"/>
    <p:sldLayoutId id="2147483755" r:id="rId31"/>
    <p:sldLayoutId id="2147483756" r:id="rId32"/>
    <p:sldLayoutId id="2147483757" r:id="rId33"/>
    <p:sldLayoutId id="2147483758" r:id="rId34"/>
    <p:sldLayoutId id="2147483759" r:id="rId35"/>
    <p:sldLayoutId id="2147483760" r:id="rId36"/>
    <p:sldLayoutId id="2147483761" r:id="rId37"/>
    <p:sldLayoutId id="2147483762" r:id="rId38"/>
    <p:sldLayoutId id="2147483763" r:id="rId39"/>
    <p:sldLayoutId id="2147483764" r:id="rId40"/>
    <p:sldLayoutId id="2147483765" r:id="rId41"/>
    <p:sldLayoutId id="2147483766" r:id="rId42"/>
    <p:sldLayoutId id="2147483767" r:id="rId43"/>
    <p:sldLayoutId id="2147483768" r:id="rId44"/>
    <p:sldLayoutId id="2147483769" r:id="rId45"/>
    <p:sldLayoutId id="2147483770" r:id="rId46"/>
    <p:sldLayoutId id="2147483771" r:id="rId47"/>
    <p:sldLayoutId id="2147483772" r:id="rId48"/>
    <p:sldLayoutId id="2147483773" r:id="rId49"/>
    <p:sldLayoutId id="2147483774" r:id="rId50"/>
    <p:sldLayoutId id="2147483775" r:id="rId51"/>
    <p:sldLayoutId id="2147483776" r:id="rId52"/>
    <p:sldLayoutId id="2147483777" r:id="rId53"/>
    <p:sldLayoutId id="2147483778" r:id="rId54"/>
    <p:sldLayoutId id="2147483780" r:id="rId55"/>
    <p:sldLayoutId id="2147483781" r:id="rId56"/>
    <p:sldLayoutId id="2147483782" r:id="rId57"/>
    <p:sldLayoutId id="2147483783" r:id="rId58"/>
    <p:sldLayoutId id="2147483784" r:id="rId59"/>
    <p:sldLayoutId id="2147483785" r:id="rId60"/>
    <p:sldLayoutId id="2147483786" r:id="rId61"/>
    <p:sldLayoutId id="2147483787" r:id="rId6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1000"/>
        </a:spcBef>
        <a:buFont typeface="Neue Haas Grotesk Tex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 pos="360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528">
          <p15:clr>
            <a:srgbClr val="F26B43"/>
          </p15:clr>
        </p15:guide>
        <p15:guide id="22" orient="horz" pos="3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scamas da justiça sobre fundo azul">
            <a:extLst>
              <a:ext uri="{FF2B5EF4-FFF2-40B4-BE49-F238E27FC236}">
                <a16:creationId xmlns:a16="http://schemas.microsoft.com/office/drawing/2014/main" id="{4BD5D22E-E9AE-4B79-A6FC-AD135C64E7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000" b="28045"/>
          <a:stretch>
            <a:fillRect/>
          </a:stretch>
        </p:blipFill>
        <p:spPr>
          <a:xfrm>
            <a:off x="-1" y="10"/>
            <a:ext cx="12192000" cy="4635122"/>
          </a:xfrm>
          <a:prstGeom prst="rect">
            <a:avLst/>
          </a:prstGeom>
        </p:spPr>
      </p:pic>
      <p:sp>
        <p:nvSpPr>
          <p:cNvPr id="2" name="Subtitle 1">
            <a:extLst>
              <a:ext uri="{FF2B5EF4-FFF2-40B4-BE49-F238E27FC236}">
                <a16:creationId xmlns:a16="http://schemas.microsoft.com/office/drawing/2014/main" id="{7594021C-3461-20FB-80AC-56AD252D216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100" dirty="0" err="1">
                <a:latin typeface="Aptos"/>
              </a:rPr>
              <a:t>Introdução</a:t>
            </a:r>
            <a:r>
              <a:rPr lang="en-US" sz="1100" dirty="0">
                <a:latin typeface="Aptos"/>
              </a:rPr>
              <a:t> </a:t>
            </a:r>
            <a:r>
              <a:rPr lang="en-US" sz="1100" dirty="0" err="1">
                <a:latin typeface="Aptos"/>
              </a:rPr>
              <a:t>ao</a:t>
            </a:r>
            <a:r>
              <a:rPr lang="en-US" sz="1100" dirty="0">
                <a:latin typeface="Aptos"/>
              </a:rPr>
              <a:t> </a:t>
            </a:r>
            <a:r>
              <a:rPr lang="en-US" sz="1100" dirty="0" err="1">
                <a:latin typeface="Aptos"/>
              </a:rPr>
              <a:t>Estudo</a:t>
            </a:r>
            <a:r>
              <a:rPr lang="en-US" sz="1100" dirty="0">
                <a:latin typeface="Aptos"/>
              </a:rPr>
              <a:t> do </a:t>
            </a:r>
            <a:r>
              <a:rPr lang="en-US" sz="1100" dirty="0" err="1">
                <a:latin typeface="Aptos"/>
              </a:rPr>
              <a:t>Direito</a:t>
            </a:r>
            <a:r>
              <a:rPr lang="en-US" sz="1100" dirty="0">
                <a:latin typeface="Aptos"/>
              </a:rPr>
              <a:t> – 1º </a:t>
            </a:r>
            <a:r>
              <a:rPr lang="en-US" sz="1100" dirty="0" err="1">
                <a:latin typeface="Aptos"/>
              </a:rPr>
              <a:t>período</a:t>
            </a:r>
            <a:endParaRPr lang="pt-BR" dirty="0" err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28BA29-F29C-7CEF-2840-1AA030CBD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012268"/>
            <a:ext cx="3739896" cy="1390330"/>
          </a:xfrm>
        </p:spPr>
        <p:txBody>
          <a:bodyPr anchor="t">
            <a:normAutofit/>
          </a:bodyPr>
          <a:lstStyle/>
          <a:p>
            <a:r>
              <a:rPr lang="en-US"/>
              <a:t>Introdução ao Conceito de Direito</a:t>
            </a:r>
          </a:p>
        </p:txBody>
      </p:sp>
    </p:spTree>
    <p:extLst>
      <p:ext uri="{BB962C8B-B14F-4D97-AF65-F5344CB8AC3E}">
        <p14:creationId xmlns:p14="http://schemas.microsoft.com/office/powerpoint/2010/main" val="123667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SVG &gt; pessoas equipe social encontro - Imagem e ícone grátis do SVG ...">
            <a:extLst>
              <a:ext uri="{FF2B5EF4-FFF2-40B4-BE49-F238E27FC236}">
                <a16:creationId xmlns:a16="http://schemas.microsoft.com/office/drawing/2014/main" id="{9C1B0E6E-4E10-7BF2-8549-1DC194EE8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61" y="3424411"/>
            <a:ext cx="4185898" cy="2652180"/>
          </a:xfrm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A7C0B02-F736-12BA-9114-1BD29CB69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1294228"/>
          </a:xfrm>
        </p:spPr>
        <p:txBody>
          <a:bodyPr anchor="t">
            <a:normAutofit/>
          </a:bodyPr>
          <a:lstStyle/>
          <a:p>
            <a:r>
              <a:rPr lang="en-US" dirty="0" err="1"/>
              <a:t>Direito</a:t>
            </a:r>
            <a:r>
              <a:rPr lang="en-US" dirty="0"/>
              <a:t> e Vida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Sociedade</a:t>
            </a:r>
            <a:r>
              <a:rPr lang="en-US" dirty="0"/>
              <a:t> 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B54F5E3-2BEC-BB7D-605C-4BECE6182F76}"/>
              </a:ext>
            </a:extLst>
          </p:cNvPr>
          <p:cNvSpPr txBox="1"/>
          <p:nvPr/>
        </p:nvSpPr>
        <p:spPr>
          <a:xfrm>
            <a:off x="4974771" y="2809875"/>
            <a:ext cx="6502853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3600" dirty="0">
                <a:ea typeface="+mn-lt"/>
                <a:cs typeface="+mn-lt"/>
              </a:rPr>
              <a:t>O ser humano vive em sociedade</a:t>
            </a:r>
            <a:endParaRPr lang="pt-BR" sz="3600"/>
          </a:p>
          <a:p>
            <a:pPr marL="285750" indent="-285750">
              <a:buFont typeface="Arial"/>
              <a:buChar char="•"/>
            </a:pPr>
            <a:r>
              <a:rPr lang="pt-BR" sz="3600" dirty="0">
                <a:ea typeface="+mn-lt"/>
                <a:cs typeface="+mn-lt"/>
              </a:rPr>
              <a:t>Convivência exige regras</a:t>
            </a:r>
            <a:endParaRPr lang="pt-BR" sz="3600"/>
          </a:p>
          <a:p>
            <a:pPr marL="285750" indent="-285750">
              <a:buFont typeface="Arial"/>
              <a:buChar char="•"/>
            </a:pPr>
            <a:r>
              <a:rPr lang="pt-BR" sz="3600" dirty="0">
                <a:ea typeface="+mn-lt"/>
                <a:cs typeface="+mn-lt"/>
              </a:rPr>
              <a:t>Regras evitam conflitos</a:t>
            </a:r>
            <a:endParaRPr lang="pt-BR" sz="3600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63366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Professor sênior escrevendo no quadro-negro">
            <a:extLst>
              <a:ext uri="{FF2B5EF4-FFF2-40B4-BE49-F238E27FC236}">
                <a16:creationId xmlns:a16="http://schemas.microsoft.com/office/drawing/2014/main" id="{DE4F866A-AD83-4D3C-98E7-62750D303A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8257" r="5439" b="-2"/>
          <a:stretch>
            <a:fillRect/>
          </a:stretch>
        </p:blipFill>
        <p:spPr>
          <a:xfrm>
            <a:off x="714325" y="1457003"/>
            <a:ext cx="4672584" cy="4041648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C535B-6CF5-FA04-30B0-3848A5961322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354792" y="2288935"/>
            <a:ext cx="5585925" cy="23902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Conjunto de </a:t>
            </a:r>
            <a:r>
              <a:rPr lang="en-US" sz="2800" err="1">
                <a:ea typeface="+mn-lt"/>
                <a:cs typeface="+mn-lt"/>
              </a:rPr>
              <a:t>normas</a:t>
            </a:r>
            <a:r>
              <a:rPr lang="en-US" sz="2800">
                <a:ea typeface="+mn-lt"/>
                <a:cs typeface="+mn-lt"/>
              </a:rPr>
              <a:t> jurídicas</a:t>
            </a:r>
            <a:endParaRPr lang="pt-BR" sz="2800"/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Regula a </a:t>
            </a:r>
            <a:r>
              <a:rPr lang="en-US" sz="2800" err="1">
                <a:ea typeface="+mn-lt"/>
                <a:cs typeface="+mn-lt"/>
              </a:rPr>
              <a:t>conduta</a:t>
            </a:r>
            <a:r>
              <a:rPr lang="en-US" sz="2800">
                <a:ea typeface="+mn-lt"/>
                <a:cs typeface="+mn-lt"/>
              </a:rPr>
              <a:t> humana</a:t>
            </a:r>
            <a:endParaRPr lang="en-US" sz="2800"/>
          </a:p>
          <a:p>
            <a:pPr marL="285750" indent="-285750">
              <a:buFont typeface="Arial"/>
              <a:buChar char="•"/>
            </a:pPr>
            <a:r>
              <a:rPr lang="en-US" sz="2800" err="1">
                <a:ea typeface="+mn-lt"/>
                <a:cs typeface="+mn-lt"/>
              </a:rPr>
              <a:t>Imposto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pelo</a:t>
            </a:r>
            <a:r>
              <a:rPr lang="en-US" sz="2800" dirty="0">
                <a:ea typeface="+mn-lt"/>
                <a:cs typeface="+mn-lt"/>
              </a:rPr>
              <a:t> Estado</a:t>
            </a:r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D3EBBA-8308-72B2-7D06-40F99A17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48639"/>
            <a:ext cx="4672584" cy="1453896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Neue Haas Grotesk Text Pro"/>
              </a:rPr>
              <a:t>O </a:t>
            </a:r>
            <a:r>
              <a:rPr lang="en-US" dirty="0" err="1">
                <a:latin typeface="Neue Haas Grotesk Text Pro"/>
              </a:rPr>
              <a:t>que</a:t>
            </a:r>
            <a:r>
              <a:rPr lang="en-US" dirty="0">
                <a:latin typeface="Neue Haas Grotesk Text Pro"/>
              </a:rPr>
              <a:t> é </a:t>
            </a:r>
            <a:r>
              <a:rPr lang="en-US" dirty="0" err="1">
                <a:latin typeface="Neue Haas Grotesk Text Pro"/>
              </a:rPr>
              <a:t>Direito</a:t>
            </a:r>
            <a:r>
              <a:rPr lang="en-US" dirty="0">
                <a:latin typeface="Neue Haas Grotesk Text Pro"/>
              </a:rPr>
              <a:t>?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39143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Balança com pesos em miniatura - Escala da Justiça">
            <a:extLst>
              <a:ext uri="{FF2B5EF4-FFF2-40B4-BE49-F238E27FC236}">
                <a16:creationId xmlns:a16="http://schemas.microsoft.com/office/drawing/2014/main" id="{F443AABC-C223-4B6F-AEE0-FB484BA5ABA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2830" r="-2" b="-2"/>
          <a:stretch>
            <a:fillRect/>
          </a:stretch>
        </p:blipFill>
        <p:spPr>
          <a:xfrm>
            <a:off x="1088136" y="2290890"/>
            <a:ext cx="4672584" cy="4041648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FF705-7685-81F8-8760-171BC0A55CAC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00" y="2001388"/>
            <a:ext cx="5585925" cy="28215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600" err="1">
                <a:ea typeface="+mn-lt"/>
                <a:cs typeface="+mn-lt"/>
              </a:rPr>
              <a:t>Organização</a:t>
            </a:r>
            <a:r>
              <a:rPr lang="en-US" sz="3600">
                <a:ea typeface="+mn-lt"/>
                <a:cs typeface="+mn-lt"/>
              </a:rPr>
              <a:t> social</a:t>
            </a:r>
            <a:endParaRPr lang="pt-BR" sz="3600"/>
          </a:p>
          <a:p>
            <a:pPr marL="285750" indent="-285750">
              <a:buFont typeface="Arial"/>
              <a:buChar char="•"/>
            </a:pPr>
            <a:r>
              <a:rPr lang="en-US" sz="3600" err="1">
                <a:ea typeface="+mn-lt"/>
                <a:cs typeface="+mn-lt"/>
              </a:rPr>
              <a:t>Segurança</a:t>
            </a:r>
            <a:r>
              <a:rPr lang="en-US" sz="3600" dirty="0">
                <a:ea typeface="+mn-lt"/>
                <a:cs typeface="+mn-lt"/>
              </a:rPr>
              <a:t> </a:t>
            </a:r>
            <a:r>
              <a:rPr lang="en-US" sz="3600" err="1">
                <a:ea typeface="+mn-lt"/>
                <a:cs typeface="+mn-lt"/>
              </a:rPr>
              <a:t>jurídica</a:t>
            </a:r>
            <a:endParaRPr lang="en-US" sz="3600" err="1"/>
          </a:p>
          <a:p>
            <a:pPr marL="285750" indent="-285750">
              <a:buFont typeface="Arial"/>
              <a:buChar char="•"/>
            </a:pPr>
            <a:r>
              <a:rPr lang="en-US" sz="3600" dirty="0">
                <a:ea typeface="+mn-lt"/>
                <a:cs typeface="+mn-lt"/>
              </a:rPr>
              <a:t>Paz social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endParaRPr lang="en-US" sz="14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9451F5-AF3F-CAAB-C3C4-79CE80B6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48639"/>
            <a:ext cx="4672584" cy="1453896"/>
          </a:xfrm>
        </p:spPr>
        <p:txBody>
          <a:bodyPr anchor="t">
            <a:normAutofit/>
          </a:bodyPr>
          <a:lstStyle/>
          <a:p>
            <a:r>
              <a:rPr lang="en-US" dirty="0" err="1">
                <a:latin typeface="Neue Haas Grotesk Text Pro"/>
              </a:rPr>
              <a:t>Finalidade</a:t>
            </a:r>
            <a:r>
              <a:rPr lang="en-US" dirty="0">
                <a:latin typeface="Neue Haas Grotesk Text Pro"/>
              </a:rPr>
              <a:t> do </a:t>
            </a:r>
            <a:r>
              <a:rPr lang="en-US" dirty="0" err="1">
                <a:latin typeface="Neue Haas Grotesk Text Pro"/>
              </a:rPr>
              <a:t>Direito</a:t>
            </a:r>
            <a:r>
              <a:rPr lang="en-US" dirty="0">
                <a:latin typeface="Neue Haas Grotesk Text Pro"/>
              </a:rPr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04129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Uma estátua da senhora justiça está sobre um livro de leis aberto e um martelo.">
            <a:extLst>
              <a:ext uri="{FF2B5EF4-FFF2-40B4-BE49-F238E27FC236}">
                <a16:creationId xmlns:a16="http://schemas.microsoft.com/office/drawing/2014/main" id="{89058447-31A0-4DAD-AD53-D3FC4879E85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4624" r="8205" b="-2"/>
          <a:stretch>
            <a:fillRect/>
          </a:stretch>
        </p:blipFill>
        <p:spPr>
          <a:xfrm>
            <a:off x="1088136" y="2290890"/>
            <a:ext cx="4672584" cy="4041648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85308-112D-1474-0950-4917B5633B4D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00" y="549275"/>
            <a:ext cx="5585925" cy="57832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200" err="1">
                <a:ea typeface="+mn-lt"/>
                <a:cs typeface="+mn-lt"/>
              </a:rPr>
              <a:t>Direito</a:t>
            </a:r>
            <a:r>
              <a:rPr lang="en-US" sz="3200">
                <a:ea typeface="+mn-lt"/>
                <a:cs typeface="+mn-lt"/>
              </a:rPr>
              <a:t>: norma externa e coercitiva</a:t>
            </a:r>
            <a:endParaRPr lang="pt-BR" sz="32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ea typeface="+mn-lt"/>
                <a:cs typeface="+mn-lt"/>
              </a:rPr>
              <a:t>Moral: norma interna e </a:t>
            </a:r>
            <a:r>
              <a:rPr lang="en-US" sz="3200" err="1">
                <a:ea typeface="+mn-lt"/>
                <a:cs typeface="+mn-lt"/>
              </a:rPr>
              <a:t>pessoal</a:t>
            </a:r>
            <a:endParaRPr lang="en-US" sz="3200" err="1"/>
          </a:p>
          <a:p>
            <a:pPr marL="285750" indent="-285750">
              <a:buFont typeface="Arial"/>
              <a:buChar char="•"/>
            </a:pPr>
            <a:r>
              <a:rPr lang="en-US" sz="3200" dirty="0">
                <a:ea typeface="+mn-lt"/>
                <a:cs typeface="+mn-lt"/>
              </a:rPr>
              <a:t>Nem </a:t>
            </a:r>
            <a:r>
              <a:rPr lang="en-US" sz="3200" err="1">
                <a:ea typeface="+mn-lt"/>
                <a:cs typeface="+mn-lt"/>
              </a:rPr>
              <a:t>tudo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que</a:t>
            </a:r>
            <a:r>
              <a:rPr lang="en-US" sz="3200" dirty="0">
                <a:ea typeface="+mn-lt"/>
                <a:cs typeface="+mn-lt"/>
              </a:rPr>
              <a:t> é </a:t>
            </a:r>
            <a:r>
              <a:rPr lang="en-US" sz="3200" err="1">
                <a:ea typeface="+mn-lt"/>
                <a:cs typeface="+mn-lt"/>
              </a:rPr>
              <a:t>imoral</a:t>
            </a:r>
            <a:r>
              <a:rPr lang="en-US" sz="3200" dirty="0">
                <a:ea typeface="+mn-lt"/>
                <a:cs typeface="+mn-lt"/>
              </a:rPr>
              <a:t> é </a:t>
            </a:r>
            <a:r>
              <a:rPr lang="en-US" sz="3200" err="1">
                <a:ea typeface="+mn-lt"/>
                <a:cs typeface="+mn-lt"/>
              </a:rPr>
              <a:t>ilegal</a:t>
            </a:r>
            <a:endParaRPr lang="en-US" sz="3200" err="1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endParaRPr lang="en-US" sz="14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9A6A04-3358-70B3-7A81-880AB5CE0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48639"/>
            <a:ext cx="4672584" cy="1453896"/>
          </a:xfrm>
        </p:spPr>
        <p:txBody>
          <a:bodyPr anchor="t">
            <a:normAutofit/>
          </a:bodyPr>
          <a:lstStyle/>
          <a:p>
            <a:r>
              <a:rPr lang="en-US" sz="4400" err="1">
                <a:latin typeface="Aptos"/>
              </a:rPr>
              <a:t>Direito</a:t>
            </a:r>
            <a:r>
              <a:rPr lang="en-US" sz="4400" dirty="0">
                <a:latin typeface="Aptos"/>
              </a:rPr>
              <a:t> x Moral </a:t>
            </a:r>
            <a:endParaRPr lang="pt-BR" sz="4400"/>
          </a:p>
        </p:txBody>
      </p:sp>
    </p:spTree>
    <p:extLst>
      <p:ext uri="{BB962C8B-B14F-4D97-AF65-F5344CB8AC3E}">
        <p14:creationId xmlns:p14="http://schemas.microsoft.com/office/powerpoint/2010/main" val="199390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Martelo, dama justiça e livros.">
            <a:extLst>
              <a:ext uri="{FF2B5EF4-FFF2-40B4-BE49-F238E27FC236}">
                <a16:creationId xmlns:a16="http://schemas.microsoft.com/office/drawing/2014/main" id="{BCDE4C59-DC04-47BE-A411-62625B7D207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2080" r="10749" b="-2"/>
          <a:stretch>
            <a:fillRect/>
          </a:stretch>
        </p:blipFill>
        <p:spPr>
          <a:xfrm>
            <a:off x="1088136" y="2290890"/>
            <a:ext cx="4672584" cy="4041648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E5B35-9C13-67AA-76D7-DE9CCAA55099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00" y="1972634"/>
            <a:ext cx="5585925" cy="292216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4000">
                <a:ea typeface="+mn-lt"/>
                <a:cs typeface="+mn-lt"/>
              </a:rPr>
              <a:t>“</a:t>
            </a:r>
            <a:r>
              <a:rPr lang="en-US" sz="4000" err="1">
                <a:ea typeface="+mn-lt"/>
                <a:cs typeface="+mn-lt"/>
              </a:rPr>
              <a:t>Explique</a:t>
            </a:r>
            <a:r>
              <a:rPr lang="en-US" sz="4000">
                <a:ea typeface="+mn-lt"/>
                <a:cs typeface="+mn-lt"/>
              </a:rPr>
              <a:t>, com </a:t>
            </a:r>
            <a:r>
              <a:rPr lang="en-US" sz="4000" err="1">
                <a:ea typeface="+mn-lt"/>
                <a:cs typeface="+mn-lt"/>
              </a:rPr>
              <a:t>suas</a:t>
            </a:r>
            <a:r>
              <a:rPr lang="en-US" sz="4000">
                <a:ea typeface="+mn-lt"/>
                <a:cs typeface="+mn-lt"/>
              </a:rPr>
              <a:t> palavras, por que o Direito é essencial para a vida em sociedade.”</a:t>
            </a:r>
            <a:endParaRPr lang="pt-BR" sz="4000" err="1"/>
          </a:p>
          <a:p>
            <a:pPr marL="285750" indent="-285750">
              <a:buFont typeface="Arial"/>
              <a:buChar char="•"/>
            </a:pPr>
            <a:endParaRPr lang="en-US" sz="4000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endParaRPr lang="en-US" sz="14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8C4AAA-CF5B-4F31-5A0C-3A8F9A91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48639"/>
            <a:ext cx="4672584" cy="1453896"/>
          </a:xfrm>
        </p:spPr>
        <p:txBody>
          <a:bodyPr anchor="t">
            <a:normAutofit/>
          </a:bodyPr>
          <a:lstStyle/>
          <a:p>
            <a:r>
              <a:rPr lang="en-US" dirty="0" err="1">
                <a:latin typeface="Neue Haas Grotesk Text Pro"/>
              </a:rPr>
              <a:t>Atividade</a:t>
            </a:r>
            <a:r>
              <a:rPr lang="en-US" dirty="0">
                <a:latin typeface="Neue Haas Grotesk Text Pro"/>
              </a:rPr>
              <a:t> de </a:t>
            </a:r>
            <a:r>
              <a:rPr lang="en-US" dirty="0" err="1">
                <a:latin typeface="Neue Haas Grotesk Text Pro"/>
              </a:rPr>
              <a:t>Fixação</a:t>
            </a:r>
            <a:r>
              <a:rPr lang="en-US" dirty="0">
                <a:latin typeface="Neue Haas Grotesk Text Pro"/>
              </a:rPr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49990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Escalas">
            <a:extLst>
              <a:ext uri="{FF2B5EF4-FFF2-40B4-BE49-F238E27FC236}">
                <a16:creationId xmlns:a16="http://schemas.microsoft.com/office/drawing/2014/main" id="{3BBA4AE0-3AAA-4ED8-A244-B4C095F955F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6518" r="6773" b="-1"/>
          <a:stretch>
            <a:fillRect/>
          </a:stretch>
        </p:blipFill>
        <p:spPr>
          <a:xfrm>
            <a:off x="1088136" y="2290890"/>
            <a:ext cx="4672584" cy="4041648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A957D93-BBCE-B26C-548A-FF7AB54AC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7759" y="1713205"/>
            <a:ext cx="4672584" cy="4314990"/>
          </a:xfrm>
        </p:spPr>
        <p:txBody>
          <a:bodyPr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b="0" err="1">
                <a:ea typeface="+mj-lt"/>
                <a:cs typeface="+mj-lt"/>
              </a:rPr>
              <a:t>Direito</a:t>
            </a:r>
            <a:r>
              <a:rPr lang="en-US" b="0">
                <a:ea typeface="+mj-lt"/>
                <a:cs typeface="+mj-lt"/>
              </a:rPr>
              <a:t> </a:t>
            </a:r>
            <a:r>
              <a:rPr lang="en-US" b="0" err="1">
                <a:ea typeface="+mj-lt"/>
                <a:cs typeface="+mj-lt"/>
              </a:rPr>
              <a:t>organiza</a:t>
            </a:r>
            <a:r>
              <a:rPr lang="en-US" b="0">
                <a:ea typeface="+mj-lt"/>
                <a:cs typeface="+mj-lt"/>
              </a:rPr>
              <a:t> a vida social</a:t>
            </a:r>
            <a:endParaRPr lang="pt-BR"/>
          </a:p>
          <a:p>
            <a:pPr marL="285750" indent="-285750">
              <a:buFont typeface="Arial"/>
              <a:buChar char="•"/>
            </a:pPr>
            <a:r>
              <a:rPr lang="en-US" b="0" dirty="0">
                <a:ea typeface="+mj-lt"/>
                <a:cs typeface="+mj-lt"/>
              </a:rPr>
              <a:t>Normas </a:t>
            </a:r>
            <a:r>
              <a:rPr lang="en-US" b="0" dirty="0" err="1">
                <a:ea typeface="+mj-lt"/>
                <a:cs typeface="+mj-lt"/>
              </a:rPr>
              <a:t>jurídicas</a:t>
            </a:r>
            <a:r>
              <a:rPr lang="en-US" b="0" dirty="0">
                <a:ea typeface="+mj-lt"/>
                <a:cs typeface="+mj-lt"/>
              </a:rPr>
              <a:t> </a:t>
            </a:r>
            <a:r>
              <a:rPr lang="en-US" b="0" dirty="0" err="1">
                <a:ea typeface="+mj-lt"/>
                <a:cs typeface="+mj-lt"/>
              </a:rPr>
              <a:t>regulam</a:t>
            </a:r>
            <a:r>
              <a:rPr lang="en-US" b="0" dirty="0">
                <a:ea typeface="+mj-lt"/>
                <a:cs typeface="+mj-lt"/>
              </a:rPr>
              <a:t> </a:t>
            </a:r>
            <a:r>
              <a:rPr lang="en-US" b="0" dirty="0" err="1">
                <a:ea typeface="+mj-lt"/>
                <a:cs typeface="+mj-lt"/>
              </a:rPr>
              <a:t>condutas</a:t>
            </a:r>
            <a:endParaRPr lang="en-US" dirty="0" err="1"/>
          </a:p>
          <a:p>
            <a:pPr marL="285750" indent="-285750">
              <a:buFont typeface="Arial"/>
              <a:buChar char="•"/>
            </a:pPr>
            <a:r>
              <a:rPr lang="en-US" b="0" dirty="0">
                <a:ea typeface="+mj-lt"/>
                <a:cs typeface="+mj-lt"/>
              </a:rPr>
              <a:t>Base de </a:t>
            </a:r>
            <a:r>
              <a:rPr lang="en-US" b="0" dirty="0" err="1">
                <a:ea typeface="+mj-lt"/>
                <a:cs typeface="+mj-lt"/>
              </a:rPr>
              <a:t>toda</a:t>
            </a:r>
            <a:r>
              <a:rPr lang="en-US" b="0" dirty="0">
                <a:ea typeface="+mj-lt"/>
                <a:cs typeface="+mj-lt"/>
              </a:rPr>
              <a:t> a </a:t>
            </a:r>
            <a:r>
              <a:rPr lang="en-US" b="0" dirty="0" err="1">
                <a:ea typeface="+mj-lt"/>
                <a:cs typeface="+mj-lt"/>
              </a:rPr>
              <a:t>formação</a:t>
            </a:r>
            <a:r>
              <a:rPr lang="en-US" b="0" dirty="0">
                <a:ea typeface="+mj-lt"/>
                <a:cs typeface="+mj-lt"/>
              </a:rPr>
              <a:t> </a:t>
            </a:r>
            <a:r>
              <a:rPr lang="en-US" b="0" dirty="0" err="1">
                <a:ea typeface="+mj-lt"/>
                <a:cs typeface="+mj-lt"/>
              </a:rPr>
              <a:t>jurídica</a:t>
            </a:r>
            <a:endParaRPr lang="en-US" dirty="0" err="1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06493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monstração de Bjorn">
  <a:themeElements>
    <a:clrScheme name="Bjorn">
      <a:dk1>
        <a:sysClr val="windowText" lastClr="000000"/>
      </a:dk1>
      <a:lt1>
        <a:sysClr val="window" lastClr="FFFFFF"/>
      </a:lt1>
      <a:dk2>
        <a:srgbClr val="252747"/>
      </a:dk2>
      <a:lt2>
        <a:srgbClr val="ECE4E9"/>
      </a:lt2>
      <a:accent1>
        <a:srgbClr val="736EB6"/>
      </a:accent1>
      <a:accent2>
        <a:srgbClr val="AB5991"/>
      </a:accent2>
      <a:accent3>
        <a:srgbClr val="AC9F39"/>
      </a:accent3>
      <a:accent4>
        <a:srgbClr val="756029"/>
      </a:accent4>
      <a:accent5>
        <a:srgbClr val="E87850"/>
      </a:accent5>
      <a:accent6>
        <a:srgbClr val="C6922A"/>
      </a:accent6>
      <a:hlink>
        <a:srgbClr val="736EB6"/>
      </a:hlink>
      <a:folHlink>
        <a:srgbClr val="AB5991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 Showcase" id="{5D6F336B-9516-AD4B-9BE6-E8FB8D2DACD6}" vid="{7A0BB2B6-ADE5-874A-996D-C317EEDA7222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B4D63BEF6CE74A98DE71B79A4EFA2E" ma:contentTypeVersion="39" ma:contentTypeDescription="Create a new document." ma:contentTypeScope="" ma:versionID="7cd33766ae37bc020c6feee22e439f0a">
  <xsd:schema xmlns:xsd="http://www.w3.org/2001/XMLSchema" xmlns:xs="http://www.w3.org/2001/XMLSchema" xmlns:p="http://schemas.microsoft.com/office/2006/metadata/properties" xmlns:ns1="http://schemas.microsoft.com/sharepoint/v3" xmlns:ns2="324d2b90-11f2-4fdf-990a-54fa46247cf8" xmlns:ns3="b817b00b-f121-400f-976b-40959b1c7d14" targetNamespace="http://schemas.microsoft.com/office/2006/metadata/properties" ma:root="true" ma:fieldsID="660e4b43d8eb9c1b699934af2b892cbb" ns1:_="" ns2:_="" ns3:_="">
    <xsd:import namespace="http://schemas.microsoft.com/sharepoint/v3"/>
    <xsd:import namespace="324d2b90-11f2-4fdf-990a-54fa46247cf8"/>
    <xsd:import namespace="b817b00b-f121-400f-976b-40959b1c7d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2:SessionID" minOccurs="0"/>
                <xsd:element ref="ns2:ThemeID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4d2b90-11f2-4fdf-990a-54fa46247c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SessionID" ma:index="16" nillable="true" ma:displayName="Session ID" ma:format="Dropdown" ma:internalName="SessionID">
      <xsd:simpleType>
        <xsd:restriction base="dms:Text">
          <xsd:maxLength value="255"/>
        </xsd:restriction>
      </xsd:simpleType>
    </xsd:element>
    <xsd:element name="ThemeID" ma:index="17" nillable="true" ma:displayName="ThemeID" ma:format="Dropdown" ma:internalName="ThemeID">
      <xsd:simpleType>
        <xsd:restriction base="dms:Text">
          <xsd:maxLength value="255"/>
        </xsd:restriction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17b00b-f121-400f-976b-40959b1c7d14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d7dac1a7-ed5b-4681-ab90-166fc923ebde}" ma:internalName="TaxCatchAll" ma:showField="CatchAllData" ma:web="b817b00b-f121-400f-976b-40959b1c7d1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b817b00b-f121-400f-976b-40959b1c7d14" xsi:nil="true"/>
    <lcf76f155ced4ddcb4097134ff3c332f xmlns="324d2b90-11f2-4fdf-990a-54fa46247cf8">
      <Terms xmlns="http://schemas.microsoft.com/office/infopath/2007/PartnerControls"/>
    </lcf76f155ced4ddcb4097134ff3c332f>
    <ThemeID xmlns="324d2b90-11f2-4fdf-990a-54fa46247cf8" xsi:nil="true"/>
    <SessionID xmlns="324d2b90-11f2-4fdf-990a-54fa46247cf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791BB6-614F-4231-AB6F-2CE872EABF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24d2b90-11f2-4fdf-990a-54fa46247cf8"/>
    <ds:schemaRef ds:uri="b817b00b-f121-400f-976b-40959b1c7d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6B187E1-13D9-4750-ACF3-883D87AA043C}">
  <ds:schemaRefs>
    <ds:schemaRef ds:uri="http://schemas.microsoft.com/office/2006/metadata/properties"/>
    <ds:schemaRef ds:uri="http://schemas.microsoft.com/office/infopath/2007/PartnerControls"/>
    <ds:schemaRef ds:uri="59b65cf5-04c8-4211-865f-0d1019a3550b"/>
    <ds:schemaRef ds:uri="230e9df3-be65-4c73-a93b-d1236ebd677e"/>
    <ds:schemaRef ds:uri="http://schemas.microsoft.com/sharepoint/v3"/>
    <ds:schemaRef ds:uri="71af3243-3dd4-4a8d-8c0d-dd76da1f02a5"/>
    <ds:schemaRef ds:uri="b817b00b-f121-400f-976b-40959b1c7d14"/>
    <ds:schemaRef ds:uri="324d2b90-11f2-4fdf-990a-54fa46247cf8"/>
  </ds:schemaRefs>
</ds:datastoreItem>
</file>

<file path=customXml/itemProps3.xml><?xml version="1.0" encoding="utf-8"?>
<ds:datastoreItem xmlns:ds="http://schemas.openxmlformats.org/officeDocument/2006/customXml" ds:itemID="{F1E09620-EB6F-43DB-AE70-06AE422B5DA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1716</TotalTime>
  <Words>6</Words>
  <Application>Microsoft Office PowerPoint</Application>
  <PresentationFormat>Widescreen</PresentationFormat>
  <Paragraphs>2</Paragraphs>
  <Slides>7</Slides>
  <Notes>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Demonstração de Bjorn</vt:lpstr>
      <vt:lpstr>Introdução ao Conceito de Direito</vt:lpstr>
      <vt:lpstr>Direito e Vida em Sociedade </vt:lpstr>
      <vt:lpstr>O que é Direito? </vt:lpstr>
      <vt:lpstr>Finalidade do Direito </vt:lpstr>
      <vt:lpstr>Direito x Moral </vt:lpstr>
      <vt:lpstr>Atividade de Fixação </vt:lpstr>
      <vt:lpstr>Direito organiza a vida social Normas jurídicas regulam condutas Base de toda a formação jurídica </vt:lpstr>
    </vt:vector>
  </TitlesOfParts>
  <Company>Robert Half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colors make you feel</dc:title>
  <dc:creator>Elisabeth Petrella</dc:creator>
  <cp:lastModifiedBy>Ziv Yang</cp:lastModifiedBy>
  <cp:revision>162</cp:revision>
  <dcterms:created xsi:type="dcterms:W3CDTF">2022-04-13T19:23:35Z</dcterms:created>
  <dcterms:modified xsi:type="dcterms:W3CDTF">2026-01-14T23:23:36Z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0x010100CAB4D63BEF6CE74A98DE71B79A4EFA2E</vt:lpwstr>
  </property>
  <property fmtid="{D5CDD505-2E9C-101B-9397-08002B2CF9AE}" pid="3" name="MediaServiceImageTags">
    <vt:lpwstr/>
  </property>
</Properties>
</file>